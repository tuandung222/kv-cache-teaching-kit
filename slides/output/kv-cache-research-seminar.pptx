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7815" cy="6858000"/>
          </a:xfrm>
          <a:prstGeom prst="rect">
            <a:avLst/>
          </a:prstGeom>
          <a:solidFill>
            <a:srgbClr val="DCECEF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502920"/>
            <a:ext cx="2926080" cy="5806440"/>
          </a:xfrm>
          <a:prstGeom prst="rect">
            <a:avLst/>
          </a:prstGeom>
          <a:solidFill>
            <a:srgbClr val="2D7C88">
              <a:alpha val="92000"/>
            </a:srgbClr>
          </a:solidFill>
          <a:ln w="12700">
            <a:solidFill>
              <a:srgbClr val="2D7C8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1440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Cache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For Research Scientists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60-minute seminar on the compute-memory trade-off behind autoregressive inference, long-context serving, and architecture choices such as GQA.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3886200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" y="40325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Question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425196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cache?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469087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Name the exact recomputation term removed during decode.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9232" y="3886200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63824" y="40325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Question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63824" y="425196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grows?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63824" y="469087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Explain why memory and bandwidth pressure rise as context grows.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5232" y="3886200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403250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Question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49824" y="4251960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GQA?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9824" y="4690872"/>
            <a:ext cx="1773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Connect head sharing directly to the serviceable KV footprint.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Frame the lecture around workload shape, not slogans.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15400" y="18745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8C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Prefill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252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parallel prompt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15400" y="32461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8C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Decode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41080" y="3520440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token, growing memory reads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15400" y="4617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E8C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Serving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4892040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bandwidth, fragmentation, batching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the audience should be able to do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5715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State precisely what is cached at each layer and why Q is not reused across decode steps.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Separate prefill from decode in terms of workload shape, metric, and bottleneck.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Estimate KV footprint for a concrete model and explain why H_kv matters.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Relate MHA, GQA, and MQA to serviceable context length and batch capacity.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when long-context inference becomes a memory-management problem.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22592" y="1417320"/>
            <a:ext cx="4389120" cy="4526280"/>
          </a:xfrm>
          <a:prstGeom prst="roundRect">
            <a:avLst>
              <a:gd name="adj" fmla="val 1667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87184" y="1563624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60-minute path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87184" y="1783080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7184" y="2221992"/>
            <a:ext cx="405993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0-5 min   Framing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5-12 min  Why KV Cache exists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12-20 min Prefill vs decode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20-30 min Footprint and scaling law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30-40 min Serving bottlenecks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40-50 min MHA, GQA, MQA and optimizations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50-57 min Misconceptions and open questions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57-60 min Discussion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190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Aim for research-level clarity: intuition, formula, systems consequence.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WORKLOAD SHAPE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Prefill and decode are different workloads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Treating them as the same is the first conceptual mistake.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3E8C5"/>
          </a:solidFill>
          <a:ln w="13970">
            <a:solidFill>
              <a:srgbClr val="B78A2C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020824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Prefill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2240280"/>
            <a:ext cx="4928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Parallel prompt 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679192"/>
            <a:ext cx="49286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Input: a prompt of length 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 all prompt positions under a causal mask.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Populate the KV Cache for every layer.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Dominant concerns: matrix compute, prompt latency, TTFT.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6792" y="2020824"/>
            <a:ext cx="4928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Decode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36792" y="2240280"/>
            <a:ext cx="4928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new token, many old reads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2679192"/>
            <a:ext cx="49286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Input: one token per step.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Append new K and V for the current position.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Attend against all cached past positions.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Dominant concerns: memory bandwidth, cache layout, ITL, batching.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760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6B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FLOPs/token drop in decode, why can latency still stay poor?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WHY CACHE EXISTS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exactly becomes reusable?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00200"/>
            <a:ext cx="5321808" cy="3931920"/>
          </a:xfrm>
          <a:prstGeom prst="roundRect">
            <a:avLst>
              <a:gd name="adj" fmla="val 186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746504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Without 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992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Decode step t repeats old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499262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 each layer, step t reprojects prior hidden states into K and V again.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same old tokens are revisited every step.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is redundant projection work, not new information.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4768" y="1600200"/>
            <a:ext cx="5321808" cy="3931920"/>
          </a:xfrm>
          <a:prstGeom prst="roundRect">
            <a:avLst>
              <a:gd name="adj" fmla="val 186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46504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With cache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4992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Reuse old K and V, compute only the new row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04872"/>
            <a:ext cx="499262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Store K_l and V_l for past tokens once.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the next step, compute Q_t, K_t, V_t.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Append the new K_t and V_t.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 the cache to attend over history.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0" y="2286000"/>
            <a:ext cx="228600" cy="0"/>
          </a:xfrm>
          <a:prstGeom prst="line">
            <a:avLst/>
          </a:prstGeom>
          <a:noFill/>
          <a:ln w="25400">
            <a:solidFill>
              <a:srgbClr val="CC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5779008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7C8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Past K/V stay valid because the prefix is fixed.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TENSOR 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Cache is a layer-wise memory structure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792224"/>
            <a:ext cx="5157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Formalization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5157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 layer 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50592"/>
            <a:ext cx="51572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Cached tensors: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K_l in R^{T x H_kv x d}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V_l in R^{T x H_kv x d}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decode step T+1: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compute Q_{T+1}, K_{T+1}, V_{T+1}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append K_{T+1}, V_{T+1}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attend with Q_{T+1} over cached K_l, V_l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4E2D9"/>
          </a:solidFill>
          <a:ln w="13970">
            <a:solidFill>
              <a:srgbClr val="CC6B3D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792224"/>
            <a:ext cx="4745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65392" y="201168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Queries are step-local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2450592"/>
            <a:ext cx="47457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 changes because the current token representation changes.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 and V for past positions remain reusable under standard autoregressive inference.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cache grows with sequence length and active request count.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The right mental model is append-only state plus repeated reads, not generic memoization.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COST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Cache lowers recomputation, not all sequence dependence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459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79222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No cache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41832" y="201168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Repeated projections grow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2450592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decode step revisits old tokens and recomputes their K/V projections.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Work grows badly across the generated sequence.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792224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With cache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0872" y="2011680"/>
            <a:ext cx="3328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Projection work becomes local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0872" y="2450592"/>
            <a:ext cx="33284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Only the new token contributes fresh K/V projections.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But the new query still reads a growing cached history.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1645920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39912" y="1792224"/>
            <a:ext cx="2825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Takeaway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39912" y="2011680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 not say O(1)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9912" y="2450592"/>
            <a:ext cx="28254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Cache removes a specific recomputation term.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Decode still depends on active context through cache reads and attention against history.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58064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6B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bottleneck often moves from FLOPs to bytes moved.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MEMORY FOOTPRINT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first-order memory estimate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64208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10512"/>
            <a:ext cx="5248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Approximate formula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memory ~= B x L x T x H_kv x d x 2 x bytes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524865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 = active sequences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 = layers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 = cached length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H_kv = KV heads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 = head dimension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= keys plus values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bytes = element size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1664208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3E8C5"/>
          </a:solidFill>
          <a:ln w="13970">
            <a:solidFill>
              <a:srgbClr val="B78A2C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56832" y="1810512"/>
            <a:ext cx="4654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56832" y="2029968"/>
            <a:ext cx="4654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32 layers, T = 32k, H_kv = 8, d = 128, FP16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56832" y="2468880"/>
            <a:ext cx="465429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x 32 x 32768 x 8 x 128 x 2 x 2 bytes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= 4,294,967,296 bytes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≈ 4 GiB for one sequence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H_kv = 32 instead, footprint rises to ≈ 16 GiB.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This is why GQA is a serving decision, not only an architecture detail.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you measure depends on the phase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4E2D9"/>
          </a:solidFill>
          <a:ln w="13970">
            <a:solidFill>
              <a:srgbClr val="CC6B3D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8379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Prefill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41832" y="2057400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TTFT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2496312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 to first token. Sensitive to prompt length, prefill batching, and prompt-side compute.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6916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67912" y="18379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Decode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67912" y="2057400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67912" y="2496312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Inter-token latency. Sensitive to cache reads, scheduler efficiency, and memory traffic.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6916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93992" y="1837944"/>
            <a:ext cx="1911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93992" y="2057400"/>
            <a:ext cx="1911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tokens/s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3992" y="2496312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Useful only with workload context and batching assumptions.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691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62872" y="1837944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Memory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62872" y="2057400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bytes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2496312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Peak footprint, fragmentation, and bandwidth pressure matter.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794760"/>
            <a:ext cx="10652760" cy="2011680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1832" y="3941064"/>
            <a:ext cx="10323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Reporting discipline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41832" y="4160520"/>
            <a:ext cx="10323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Never report a serving speedup without the workload regime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" y="4599432"/>
            <a:ext cx="10323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minimum specify prompt length distribution, output length distribution, batch policy, active context, architecture variant, dtype or quantization, and hardware. Otherwise tokens/sec numbers are not comparable.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ARCHITECTURE AND SERVING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MHA, GQA, and MQA change the cache budget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83664"/>
            <a:ext cx="3191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MHA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103120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Full KV heads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542032"/>
            <a:ext cx="319125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attention head has its own K and V.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Highest KV footprint.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Operationally expensive at long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3E8C5"/>
          </a:solidFill>
          <a:ln w="13970">
            <a:solidFill>
              <a:srgbClr val="B78A2C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883664"/>
            <a:ext cx="3191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GQA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07992" y="2103120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Grouped KV heads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07992" y="2542032"/>
            <a:ext cx="319125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Multiple query heads share each KV head group.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Often the best trade-off for modern LLM serving.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Substantially cuts H_kv.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19872" y="1883664"/>
            <a:ext cx="3191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MQA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19872" y="2103120"/>
            <a:ext cx="3191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Single shared KV head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19872" y="2542032"/>
            <a:ext cx="319125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Minimal KV footprint.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serving advantage.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Quality trade-offs depend on the model and training recipe.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If VRAM is fixed and target context rises, inspect H_kv early.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SYSTEMS 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Where serving systems struggle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837944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Bandwidth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05740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Growing reads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496312"/>
            <a:ext cx="22311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Decode can become limited by moving K/V through memory, not by raw compute availability.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74720" y="169164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837944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Fragmentation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39312" y="205740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Allocation churn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2496312"/>
            <a:ext cx="22311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Naive contiguous growth wastes space or forces expensive movement as many requests evolve.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1837944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Continuous batching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205740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Uneven sequences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2496312"/>
            <a:ext cx="22311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Requests at different stages interact, so scheduler choices shape cache locality and utilization.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25712" y="1837944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Cross-request reuse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25712" y="2057400"/>
            <a:ext cx="2231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Prefix caching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25712" y="2496312"/>
            <a:ext cx="22311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Shared prompts allow reuse of prefill work across requests when routing and cache policy align.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OPTIMIZATION LANDSCAPE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recent inference systems try to optimize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64208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1051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Paged KV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Lower fragmentation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7739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 cache in fixed-size blocks instead of assuming ideal contiguous growth.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3044952" y="1664208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9544" y="181051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Sliding window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9544" y="20299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Bound active history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9544" y="2468880"/>
            <a:ext cx="17739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Restrict which positions remain attendable, reducing effective cache cost.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340096" y="1664208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04688" y="181051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Quantization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04688" y="20299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Smaller K/V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04688" y="2468880"/>
            <a:ext cx="17739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Trade precision for lower memory footprint and reduced bandwidth demand.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635240" y="1664208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99832" y="1810512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Compression or eviction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99832" y="202996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Selective retention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99832" y="2468880"/>
            <a:ext cx="17739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Keep only what is most useful, at the cost of quality risk and policy complexity.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9930384" y="1664208"/>
            <a:ext cx="1508760" cy="4480560"/>
          </a:xfrm>
          <a:prstGeom prst="roundRect">
            <a:avLst>
              <a:gd name="adj" fmla="val 4848"/>
            </a:avLst>
          </a:prstGeom>
          <a:solidFill>
            <a:srgbClr val="F4E2D9"/>
          </a:solidFill>
          <a:ln w="13970">
            <a:solidFill>
              <a:srgbClr val="CC6B3D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94976" y="1810512"/>
            <a:ext cx="1179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Speculative decode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94976" y="2029968"/>
            <a:ext cx="1179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Related, not a replacement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94976" y="2468880"/>
            <a:ext cx="11795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Changes decode strategy, but cache behavior and verification still matter.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RESEARCH FRAMING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Questions worth asking in a research seminar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what context length and batch regime does the dominant bottleneck move from compute to memory traffic?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much KV precision can you remove before quality degradation dominates the savings?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Which scheduler decisions materially affect cache locality and fragmentation?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should we benchmark long-context serving so tokens/sec is not misleading?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 architecture and serving be co-designed instead of optimized in separate stages?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01000" y="18745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3E8C5"/>
          </a:solidFill>
          <a:ln w="13970">
            <a:solidFill>
              <a:srgbClr val="B78A2C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65592" y="2020824"/>
            <a:ext cx="2825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Benchmark discipline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65592" y="2240280"/>
            <a:ext cx="2825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Always pin the regime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5592" y="2679192"/>
            <a:ext cx="28254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Prompt lengths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Output lengths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Batch policy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Architecture variant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dtype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Hardware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Prefix reuse assumptions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MISCONCEPTIONS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Five misconceptions to correct explicitly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49808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37944"/>
            <a:ext cx="5111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Myths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5111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advanced audiences still get wrong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5111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 KV Cache makes decode constant-time.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 KV Cache is mostly a compute optimization.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 Prefill and decode are nearly the same workload.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4. GQA and MQA are only model-design choices.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 Long context is mainly a modeling problem.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DCECEF"/>
          </a:solidFill>
          <a:ln w="13970">
            <a:solidFill>
              <a:srgbClr val="2D7C88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837944"/>
            <a:ext cx="4745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Corrections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19672" y="2057400"/>
            <a:ext cx="4745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to replace them with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9672" y="2496312"/>
            <a:ext cx="47457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Decode still scales through cache reads.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Memory capacity and bandwidth often dominate.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Prefill and decode need different metrics.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H_kv changes serviceable footprint.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Serving and cache design are part of long-context feasibility.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466344"/>
            <a:ext cx="7498080" cy="0"/>
          </a:xfrm>
          <a:prstGeom prst="line">
            <a:avLst/>
          </a:prstGeom>
          <a:noFill/>
          <a:ln w="15240">
            <a:solidFill>
              <a:srgbClr val="D7C8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2651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they can answer these, they understand KV Cache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0972800" cy="3154680"/>
          </a:xfrm>
          <a:prstGeom prst="roundRect">
            <a:avLst>
              <a:gd name="adj" fmla="val 2319"/>
            </a:avLst>
          </a:prstGeom>
          <a:solidFill>
            <a:srgbClr val="FFFDF9"/>
          </a:solidFill>
          <a:ln w="13970">
            <a:solidFill>
              <a:srgbClr val="D7C8B3"/>
            </a:solidFill>
            <a:prstDash val="solid"/>
          </a:ln>
          <a:effectLst>
            <a:outerShdw sx="100000" sy="100000" kx="0" ky="0" algn="bl" rotWithShape="0" blurRad="19050" dist="12700" dir="2700000">
              <a:srgbClr val="A1855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1929384"/>
            <a:ext cx="10643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6B3D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Exit checklist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41832" y="2148840"/>
            <a:ext cx="10643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B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audience should be able to articulate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2587752"/>
            <a:ext cx="106436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exact recomputation term eliminated by caching.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decode can become bandwidth-bound.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cache memory scales with L, T, H_kv, d, dtype, and batch.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GQA changes serviceable context length.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975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Which optimization they would test first for a given serving regime.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6B3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KV Cache turns autoregressive inference from a recomputation problem into a memory-management problem.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5897880"/>
            <a:ext cx="9966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975"/>
                </a:solidFill>
                <a:latin typeface="PT Sans Narrow" pitchFamily="34" charset="0"/>
                <a:ea typeface="PT Sans Narrow" pitchFamily="34" charset="-122"/>
                <a:cs typeface="PT Sans Narrow" pitchFamily="34" charset="-120"/>
              </a:rPr>
              <a:t>Discussion: what changes first when you scale from 4k to 128k context?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for Research Scientists</dc:title>
  <dc:subject>KV Cache research seminar</dc:subject>
  <dc:creator>OpenAI Codex</dc:creator>
  <cp:lastModifiedBy>OpenAI Codex</cp:lastModifiedBy>
  <cp:revision>1</cp:revision>
  <dcterms:created xsi:type="dcterms:W3CDTF">2026-03-09T20:06:52Z</dcterms:created>
  <dcterms:modified xsi:type="dcterms:W3CDTF">2026-03-09T20:06:52Z</dcterms:modified>
</cp:coreProperties>
</file>